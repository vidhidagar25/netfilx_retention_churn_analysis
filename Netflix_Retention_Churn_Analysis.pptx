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libri"/>
              </a:rPr>
              <a:t>Avg. Tenure by Plan (months)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Months to Churn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Basic</c:v>
                  </c:pt>
                  <c:pt idx="1">
                    <c:v>Standard</c:v>
                  </c:pt>
                  <c:pt idx="2">
                    <c:v>Premium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3.6</c:v>
                </c:pt>
                <c:pt idx="1">
                  <c:v>5</c:v>
                </c:pt>
                <c:pt idx="2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5C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libri"/>
              </a:rPr>
              <a:t>Monthly Revenue at Risk ($K)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at Risk ($K)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Basic</c:v>
                  </c:pt>
                  <c:pt idx="1">
                    <c:v>Premium</c:v>
                  </c:pt>
                  <c:pt idx="2">
                    <c:v>Standard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198</c:v>
                </c:pt>
                <c:pt idx="1">
                  <c:v>121</c:v>
                </c:pt>
                <c:pt idx="2">
                  <c:v>314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5C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F5F5F1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F5F5F1"/>
                </a:solidFill>
                <a:latin typeface="Calibri"/>
              </a:rPr>
              <a:t>Cohort Retention Curve (22 cohorts)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 %</c:v>
                </c:pt>
              </c:strCache>
            </c:strRef>
          </c:tx>
          <c:spPr>
            <a:solidFill>
              <a:srgbClr val="E50914"/>
            </a:solidFill>
            <a:ln w="38100" cap="flat">
              <a:solidFill>
                <a:srgbClr val="E509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5F5F1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Month 1</c:v>
                  </c:pt>
                  <c:pt idx="1">
                    <c:v>Month 3</c:v>
                  </c:pt>
                  <c:pt idx="2">
                    <c:v>Month 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52</c:v>
                </c:pt>
                <c:pt idx="2">
                  <c:v>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5F5F1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3333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3B3B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414"/>
        </a:solidFill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A1A1A"/>
                </a:solidFill>
                <a:latin typeface="Calibri"/>
              </a:rPr>
              <a:t>Dashboard Validation: Buggy vs. Rebuilt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dashboard (buggy)</c:v>
                </c:pt>
              </c:strCache>
            </c:strRef>
          </c:tx>
          <c:spPr>
            <a:solidFill>
              <a:srgbClr val="8C8C8C"/>
            </a:solidFill>
            <a:ln w="31750" cap="flat">
              <a:solidFill>
                <a:srgbClr val="8C8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C5C5C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C8C8C"/>
              </a:solidFill>
              <a:ln w="9525" cap="flat">
                <a:solidFill>
                  <a:srgbClr val="8C8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Month 1</c:v>
                  </c:pt>
                  <c:pt idx="1">
                    <c:v>Month 3</c:v>
                  </c:pt>
                  <c:pt idx="2">
                    <c:v>Month 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20</c:v>
                </c:pt>
                <c:pt idx="2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Rebuilt from raw data (correct)</c:v>
                </c:pt>
              </c:strCache>
            </c:strRef>
          </c:tx>
          <c:spPr>
            <a:solidFill>
              <a:srgbClr val="E50914"/>
            </a:solidFill>
            <a:ln w="31750" cap="flat">
              <a:solidFill>
                <a:srgbClr val="E509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C5C5C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Month 1</c:v>
                  </c:pt>
                  <c:pt idx="1">
                    <c:v>Month 3</c:v>
                  </c:pt>
                  <c:pt idx="2">
                    <c:v>Month 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53</c:v>
                </c:pt>
                <c:pt idx="2">
                  <c:v>23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C5C5C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5C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C5C5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50" kern="0" dirty="0">
                <a:solidFill>
                  <a:srgbClr val="F5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NETFLIX RETENTION &amp; CHURN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 + Python deep-dive into why subscribers leave —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“churn rate” alone is the wrong metric to chase.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617720"/>
            <a:ext cx="2331720" cy="105156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7365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5276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0712" y="4617720"/>
            <a:ext cx="2331720" cy="105156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47365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10712" y="5276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98464" y="4617720"/>
            <a:ext cx="2331720" cy="105156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98464" y="47365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98464" y="5276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TRACKED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86216" y="4617720"/>
            <a:ext cx="2331720" cy="105156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86216" y="47365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86216" y="5276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ANSWERED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 •  pandas  •  matplotlib  •  Jupyter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1.2M raw snapshots into a retention story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126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
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users × 24 monthly snapshots, Jan 2023–Nov 2024. Fields cover plan tier, device, country, viewing hours, login recency, and onboarding milestones.
</a:t>
            </a:r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
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aggregates 1.2M row-level records into one clean row per user (user_summary) — the base table every question below runs on.
</a:t>
            </a:r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
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cross-checked against a live Power BI dashboard — catching two real data-quality bugs along the way.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0" y="1600200"/>
            <a:ext cx="4617720" cy="44805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7360920" y="18745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NOTEBOOK DOES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60920" y="2377440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01000" y="232257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01000" y="259689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 row-level snapshots into a one-row-per-user summary table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60920" y="3273552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2" name="Text 10"/>
          <p:cNvSpPr/>
          <p:nvPr/>
        </p:nvSpPr>
        <p:spPr>
          <a:xfrm>
            <a:off x="736092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01000" y="32186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001000" y="34930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8 concrete business questions with annotated SQL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60920" y="4169664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6" name="Text 14"/>
          <p:cNvSpPr/>
          <p:nvPr/>
        </p:nvSpPr>
        <p:spPr>
          <a:xfrm>
            <a:off x="736092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01000" y="41148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01000" y="43891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Netflix-themed matplotlib charts for every finding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60920" y="5065776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0" name="Text 18"/>
          <p:cNvSpPr/>
          <p:nvPr/>
        </p:nvSpPr>
        <p:spPr>
          <a:xfrm>
            <a:off x="7360920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01000" y="501091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001000" y="528523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dashboard metrics from raw data and compare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netflix.db (SQLite) · Analysis: pandas + matplotlib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netflix-retention-churn-analysis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PART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Tenure, not churn rate, is the metric that matters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383280" cy="45262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users churn within the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24-month window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05840" y="3520440"/>
            <a:ext cx="246888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749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 the metric worth tracking is how long users stay before they go — not whether they eventually do.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251960" y="1554480"/>
          <a:ext cx="338328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4251960" y="44348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subscribers stay nearly 2× longer than Basic — (7.0 vs. 3.6 months).</a:t>
            </a:r>
            <a:endParaRPr lang="en-US" sz="115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8001000" y="1554480"/>
          <a:ext cx="365760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/>
          <p:nvPr/>
        </p:nvSpPr>
        <p:spPr>
          <a:xfrm>
            <a:off x="8001000" y="44348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drives the most revenue at risk on volume alone — even though Premium users individually churn slower.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Q1–Q3 of the analysis · see queries.sql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netflix-retention-churn-analysis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PART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structural drop-off, not a one-off blip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006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100% → 52% → 22% drop-off at months 1/3/6, held across 22 monthly cohorts spanning ~2 years.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355080" y="1554480"/>
            <a:ext cx="5303520" cy="160020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Text 4"/>
          <p:cNvSpPr/>
          <p:nvPr/>
        </p:nvSpPr>
        <p:spPr>
          <a:xfrm>
            <a:off x="6629400" y="1737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VS. RETENTION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629400" y="20848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+18%  </a:t>
            </a:r>
            <a:pPr indent="0" marL="0"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content watched by retained users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629400" y="2606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 days  </a:t>
            </a:r>
            <a:pPr indent="0" marL="0"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time since last login vs. churned users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355080" y="3337560"/>
            <a:ext cx="5303520" cy="146304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1" name="Text 8"/>
          <p:cNvSpPr/>
          <p:nvPr/>
        </p:nvSpPr>
        <p:spPr>
          <a:xfrm>
            <a:off x="6629400" y="3520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FUNNEL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29400" y="3886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 </a:t>
            </a:r>
            <a:pPr indent="0" marL="0"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to month 3   →   </a:t>
            </a:r>
            <a:pPr indent="0" marL="0">
              <a:buNone/>
            </a:pPr>
            <a:r>
              <a:rPr lang="en-US" sz="2000" b="1" dirty="0">
                <a:solidFill>
                  <a:srgbClr val="F5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 </a:t>
            </a:r>
            <a:pPr indent="0" marL="0">
              <a:buNone/>
            </a:pPr>
            <a:r>
              <a:rPr lang="en-US" sz="12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month 6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629400" y="4343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itself isn't the leak — the real churn happens later in the lifecycle.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55080" y="4937760"/>
            <a:ext cx="5303520" cy="77724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5" name="Text 12"/>
          <p:cNvSpPr/>
          <p:nvPr/>
        </p:nvSpPr>
        <p:spPr>
          <a:xfrm>
            <a:off x="6629400" y="51389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Ruled out: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size (no effect) and device type — laptop / mobile / TV churn flat at 99.5–100%.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Q4–Q8 of the analysis · see queries.sql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netflix-retention-churn-analysis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FINDING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Caught two real bugs in production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the same metrics independently from raw data — then comparing — surfaced two data-quality issues in the existing Power BI dashboard.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766560" y="2011680"/>
            <a:ext cx="4892040" cy="14173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0" y="21945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 — FLAT COHORT HEATMAP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040880" y="251460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dashboard's cohort heatmap showed uniform values across cohorts — masking the real, meaningful drop-off pattern underneath.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766560" y="3611880"/>
            <a:ext cx="4892040" cy="14173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0" y="37947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 — TRIPLE-REPEATED NUMBER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40880" y="411480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retention figure was repeated across three different metrics that should have diverged — a sign of a broken aggregation upstream.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66560" y="51663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independently rebuild every headline metric from the raw 1.2M-row table, then diff against the live dashboard.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method detailed in the notebook's final section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74152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netflix-retention-churn-analysis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EXTEND NEXT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diagnosis to action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0515600" cy="118872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91640"/>
            <a:ext cx="82296" cy="1188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83794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Churn-risk scoring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34440" y="2167128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logistic regression or gradient-boosted model using engagement (avg_hours_watched, avg_days_since_login) and tenure signals to flag at-risk accounts before they churn, not after.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10515600" cy="118872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063240"/>
            <a:ext cx="82296" cy="1188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20954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Power BI heatmap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34440" y="3538728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buggy cohort heatmap off the validated user_summary table, replacing the version currently in production.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434840"/>
            <a:ext cx="10515600" cy="118872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434840"/>
            <a:ext cx="82296" cy="1188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458114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the month 1→3 drop-off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34440" y="4910328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the steepest part of the retention curve by acquisition channel or country — likely the single biggest retention lever.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pPr indent="0" marL="0">
              <a:buNone/>
            </a:pPr>
            <a:r>
              <a:rPr lang="en-US" sz="120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netflix-retention-churn-analysis   </a:t>
            </a:r>
            <a:pPr indent="0" marL="0">
              <a:buNone/>
            </a:pPr>
            <a:r>
              <a:rPr lang="en-US" sz="1200" b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Stack: </a:t>
            </a:r>
            <a:pPr indent="0" marL="0">
              <a:buNone/>
            </a:pPr>
            <a:r>
              <a:rPr lang="en-US" sz="120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pandas · matplotlib · Jupyter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2026-08-13T15:09:07Z</dcterms:created>
  <dcterms:modified xsi:type="dcterms:W3CDTF">2026-08-13T15:09:07Z</dcterms:modified>
</cp:coreProperties>
</file>